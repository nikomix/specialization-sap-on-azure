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Discovery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SAP on Microsoft Azure — 3-day agenda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Agenda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 — Estate &amp; landscape</a:t>
            </a:r>
          </a:p>
          <a:p>
            <a:pPr/>
            <a:r>
              <a:t>Day 2 — Target architecture + network + identity</a:t>
            </a:r>
          </a:p>
          <a:p>
            <a:pPr/>
            <a:r>
              <a:t>Day 3 — Migration approach + cutover + DR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Day 1 — Estate &amp;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Walk-through of SAP estate inventory</a:t>
            </a:r>
          </a:p>
          <a:p>
            <a:pPr/>
            <a:r>
              <a:t>EarlyWatch Alert review</a:t>
            </a:r>
          </a:p>
          <a:p>
            <a:pPr/>
            <a:r>
              <a:t>Current pain points and triggers</a:t>
            </a:r>
          </a:p>
          <a:p>
            <a:pPr/>
            <a:r>
              <a:t>Stakeholder map (business, IT, SAP Basis, security, network)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Day 2 — Target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Reference architecture selection</a:t>
            </a:r>
          </a:p>
          <a:p>
            <a:pPr/>
            <a:r>
              <a:t>Azure landing zone (subscriptions, mgmt groups, networking)</a:t>
            </a:r>
          </a:p>
          <a:p>
            <a:pPr/>
            <a:r>
              <a:t>ExpressRoute design (single / dual circuit, Global Reach)</a:t>
            </a:r>
          </a:p>
          <a:p>
            <a:pPr/>
            <a:r>
              <a:t>Identity (Entra ID, Fiori SSO, PIM, conditional access)</a:t>
            </a:r>
          </a:p>
          <a:p>
            <a:pPr/>
            <a:r>
              <a:t>Naming and tagging standards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Day 3 — Migration &amp; cutover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Migration strategy (lift-and-shift, classical, DMO, BLU)</a:t>
            </a:r>
          </a:p>
          <a:p>
            <a:pPr/>
            <a:r>
              <a:t>Cutover plan outline + acceptable downtime</a:t>
            </a:r>
          </a:p>
          <a:p>
            <a:pPr/>
            <a:r>
              <a:t>HA topology (zonal HSR sync, Pacemaker + SBD, ASCS/ERS)</a:t>
            </a:r>
          </a:p>
          <a:p>
            <a:pPr/>
            <a:r>
              <a:t>DR topology (HSR async cross-region, ASR app tier)</a:t>
            </a:r>
          </a:p>
          <a:p>
            <a:pPr/>
            <a:r>
              <a:t>BC / DR drill cadence</a:t>
            </a:r>
          </a:p>
          <a:p>
            <a:pPr/>
            <a:r>
              <a:t>Operations model (ACSS, Azure Monitor for SAP, Backup, Update Manager)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Decisions log captured in the discovery workbook</a:t>
            </a:r>
          </a:p>
          <a:p>
            <a:pPr/>
            <a:r>
              <a:t>Discovery summary (3–5 slides)</a:t>
            </a:r>
          </a:p>
          <a:p>
            <a:pPr/>
            <a:r>
              <a:t>HLD v0.1 within 5 business 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 HLD v0.1 review with customer architecture board</a:t>
            </a:r>
          </a:p>
          <a:p>
            <a:pPr/>
            <a:r>
              <a:t>Begin Azure landing zone build in parallel</a:t>
            </a:r>
          </a:p>
          <a:p>
            <a:pPr/>
            <a:r>
              <a:t>Kick off SAP-side prep (kernel, HANA revision)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Advanced Specialization — SAP on Microsoft Azure — Discovery Workshop Deck</dc:title>
  <dc:subject>SAP on Microsoft Azure</dc:subject>
  <dc:creator>Microsoft Partner Innersource Template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