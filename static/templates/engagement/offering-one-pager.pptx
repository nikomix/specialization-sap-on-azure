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SAP on Microsoft Azure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Greenfield S/4HANA · Brownfield migration · RISE landing zone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What we deliver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Validated SAP-on-Azure architecture aligned to the SAP-certified VM table</a:t>
            </a:r>
          </a:p>
          <a:p>
            <a:pPr/>
            <a:r>
              <a:t>Signed cutover and DR runbook</a:t>
            </a:r>
          </a:p>
          <a:p>
            <a:pPr/>
            <a:r>
              <a:t>Hypercare exit with defined success criteria</a:t>
            </a:r>
          </a:p>
          <a:p>
            <a:pPr/>
            <a:r>
              <a:t>Repeatable customer onboarding pack (HLD, LLD, runbook, KT, hypercare)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Three offer 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Greenfield S/4HANA on Azure — new SAP investment, no ERP debt</a:t>
            </a:r>
          </a:p>
          <a:p>
            <a:pPr/>
            <a:r>
              <a:t>Brownfield migration — ECC → Azure, ECC → S/4HANA on Azure</a:t>
            </a:r>
          </a:p>
          <a:p>
            <a:pPr/>
            <a:r>
              <a:t>RISE with SAP on Azure — partner-owned landing zone, SAP-owned SAP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Why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Advanced Specialization for SAP on Microsoft Azure</a:t>
            </a:r>
          </a:p>
          <a:p>
            <a:pPr/>
            <a:r>
              <a:t>AZ-120 / Run-SAP-on-Microsoft-Cloud skilled team</a:t>
            </a:r>
          </a:p>
          <a:p>
            <a:pPr/>
            <a:r>
              <a:t>Reference customers across &lt;industry list&gt;</a:t>
            </a:r>
          </a:p>
          <a:p>
            <a:pPr/>
            <a:r>
              <a:t>End-to-end SAP Basis + Azure infrastructure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Engagement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Qualification → Discovery (3 days) → WAF → HLD → LLD → Build → Cutover → Hypercare</a:t>
            </a:r>
          </a:p>
          <a:p>
            <a:pPr/>
            <a:r>
              <a:t>Typical wave: 8–16 weeks for a single S/4HANA migration</a:t>
            </a:r>
          </a:p>
          <a:p>
            <a:pPr/>
            <a:r>
              <a:t>Multi-wave programmes: 6–18 months with hypercare</a:t>
            </a:r>
          </a:p>
          <a:p>
            <a:pPr/>
            <a:r>
              <a:t>Pricing model: T&amp;M or fixed-price per wave (see commercial appendix)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03A6F"/>
                </a:solidFill>
              </a:rP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the qualification questionnaire</a:t>
            </a:r>
          </a:p>
          <a:p>
            <a:pPr/>
            <a:r>
              <a:t>Schedule the 3-day discovery workshop</a:t>
            </a:r>
          </a:p>
          <a:p>
            <a:pPr/>
            <a:r>
              <a:t>Stand up the Azure landing zone in parallel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Advanced Specialization — SAP on Microsoft Azure — Offering One-Pager</dc:title>
  <dc:subject>SAP on Microsoft Azure</dc:subject>
  <dc:creator>Microsoft Partner Innersource Template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